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6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3C59BA-6471-41EA-A7BA-DAF6866343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1ED95EF-40EB-420C-B428-8B92928E29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5AACA2-B4F2-49E1-966A-5B1DFB417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674FE-5E9A-48E9-92A3-9EF02F03E931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F7976D-C9A0-4A60-97F8-6F498FC8C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CC0E6F-2DE3-4B20-A87E-5067A776A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B45A5-22D6-48AB-B123-0FB54D0F81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23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D41BF8-2A72-4269-AA7C-F01B4DB17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A9B481-F62C-4103-B204-C8F70BDB5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A3200B-F413-4390-A31A-0A6DADED2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674FE-5E9A-48E9-92A3-9EF02F03E931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BD7635-3B0C-4E8D-81EA-B1F2DBF13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2B21BC-1638-4BFF-AD0F-45F7E25D9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B45A5-22D6-48AB-B123-0FB54D0F81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161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267726-03B7-4EFA-BB4B-579FAB62C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2286DF-BBE6-477A-B0CD-3D3483B5B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0C22F6-D12B-436D-BCC9-2216F9A1C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674FE-5E9A-48E9-92A3-9EF02F03E931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A27CAA-0231-4183-AA00-928ED9091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9B71CB-A1EE-4769-872C-3B397205E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B45A5-22D6-48AB-B123-0FB54D0F81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5217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3BE34A-4665-45B6-86E4-B2DB07E5D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465775-61AA-41D8-A149-258C6EF454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A8DC848-9696-49D8-802C-BF6A86ECC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02957F-37F4-4956-8022-F29C9CFDB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674FE-5E9A-48E9-92A3-9EF02F03E931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9A406C-6DE8-4986-93C5-AD6DD4FA0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E2C384-2AA4-41E3-9D10-2F03D6D06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B45A5-22D6-48AB-B123-0FB54D0F81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908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5CFB22-9195-45B3-B057-C95A03AC6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4DF0FA-2F45-4B8F-B5B9-564E39E74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B21E095-6C2A-4732-BF6F-5BC08B49F4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D613263-CEC3-4B01-BC06-0FC12B7AFF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C136D43-7E32-48DD-B14A-65E8BA79B8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556176E-7DAD-4165-B733-5A9E6F346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674FE-5E9A-48E9-92A3-9EF02F03E931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A866D7B-F6B0-43BF-9AF8-EFFD2AF7C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AA6BBF-DA67-4B69-9DDC-04E5D190C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B45A5-22D6-48AB-B123-0FB54D0F81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76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5D2E0F-539A-4841-9294-065D4387D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B45482A-AF6D-448E-88D1-E35E1B3F7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674FE-5E9A-48E9-92A3-9EF02F03E931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DBE1927-A772-4462-8E3B-B346DBC6A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4F6A91-7962-4945-B3AF-645329C42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B45A5-22D6-48AB-B123-0FB54D0F81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6421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95AFB62-5892-431E-B4ED-A6E6935C6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674FE-5E9A-48E9-92A3-9EF02F03E931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0A43695-BC3B-4629-B431-78E68FAFA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24A05D-CC95-4DE0-811B-61BD6DB8D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B45A5-22D6-48AB-B123-0FB54D0F81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209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7142B2-710F-418A-97FD-FC40EF072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1561DE-FCCF-4757-9E12-3C88DD60D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11CA3B7-FB94-4069-9752-C8EF03ECC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E27A65-E4E2-4FCA-A4A3-EAF5F3482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674FE-5E9A-48E9-92A3-9EF02F03E931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48013A-5CCC-49B1-B175-AA275CFEA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D8D7D0-0E80-4C5E-8C23-7B4ABFCBC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B45A5-22D6-48AB-B123-0FB54D0F81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9793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4117EA-DE76-4A6F-9FD9-9D2705EC2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5949B83-8D28-4D22-885B-2F8AC1C3FC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012AEBF-692F-48DF-8579-1828079CE2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A770A64-1B6F-4FD9-9FF7-4D4A7B1B2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674FE-5E9A-48E9-92A3-9EF02F03E931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CE0068-8176-478D-8698-FF28C3EC8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F9675C-42D4-472B-9566-416846027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B45A5-22D6-48AB-B123-0FB54D0F81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4324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B57BBE-1102-4795-8BDE-8744A9990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84ADE3A-5C9F-4331-B1EF-0B9F1F7A79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0C2090-24BA-4A9D-BE4C-8EEA69E25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674FE-5E9A-48E9-92A3-9EF02F03E931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3D057C-1CF8-4EDD-9B67-525AE8558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75ED54-564E-4589-A21B-D062681F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B45A5-22D6-48AB-B123-0FB54D0F81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1163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3A517FA-26F1-4B12-A980-6378A73F70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7F2BC1B-8AD0-49DA-BFFC-A00F4917DC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ACE3E5-E673-40C0-B09E-96582DC10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674FE-5E9A-48E9-92A3-9EF02F03E931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819F79-BCF1-4F74-9899-28DCF084A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876AF8-806C-445A-AB87-A480193D6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B45A5-22D6-48AB-B123-0FB54D0F81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0458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40F68D4-2984-4978-9611-DA6372A73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FF154F-5CB4-446B-9943-200FF7B39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AFCC0B-D499-4571-A612-21AE790EB1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1674FE-5E9A-48E9-92A3-9EF02F03E931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A3DBE1-4A66-42D4-9921-0616CFF234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6D5382-1B73-44D0-A600-B16DD0E5C4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2B45A5-22D6-48AB-B123-0FB54D0F81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9425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9CA30D76-52CC-44DD-B11A-800816AECD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5908091"/>
              </p:ext>
            </p:extLst>
          </p:nvPr>
        </p:nvGraphicFramePr>
        <p:xfrm>
          <a:off x="278296" y="2075101"/>
          <a:ext cx="7620000" cy="408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1636493442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799217909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429403619"/>
                    </a:ext>
                  </a:extLst>
                </a:gridCol>
              </a:tblGrid>
              <a:tr h="372244"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Product</a:t>
                      </a:r>
                      <a:r>
                        <a:rPr lang="ko-KR" altLang="en-US" dirty="0"/>
                        <a:t> 테이블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924008"/>
                  </a:ext>
                </a:extLst>
              </a:tr>
              <a:tr h="3722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컬럼명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자료형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제약조건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306089"/>
                  </a:ext>
                </a:extLst>
              </a:tr>
              <a:tr h="3722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product_id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PK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1189335"/>
                  </a:ext>
                </a:extLst>
              </a:tr>
              <a:tr h="3722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seller_id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FK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684841"/>
                  </a:ext>
                </a:extLst>
              </a:tr>
              <a:tr h="3722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category_category_id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FK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2031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product_count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317529"/>
                  </a:ext>
                </a:extLst>
              </a:tr>
              <a:tr h="3722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product_img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BLOB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091571"/>
                  </a:ext>
                </a:extLst>
              </a:tr>
              <a:tr h="3722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product_info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VARCHAR(200)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894999"/>
                  </a:ext>
                </a:extLst>
              </a:tr>
              <a:tr h="3722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address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VARCHAR(200)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3114205"/>
                  </a:ext>
                </a:extLst>
              </a:tr>
              <a:tr h="3722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price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VARCHAR(45)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826257"/>
                  </a:ext>
                </a:extLst>
              </a:tr>
              <a:tr h="3722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product_name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VARCHAR(45)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Not null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50530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06AFE39-5335-41CA-9E82-A4CFA3F1B3BC}"/>
              </a:ext>
            </a:extLst>
          </p:cNvPr>
          <p:cNvSpPr txBox="1"/>
          <p:nvPr/>
        </p:nvSpPr>
        <p:spPr>
          <a:xfrm>
            <a:off x="278296" y="578694"/>
            <a:ext cx="853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시나리오 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농수산물 거래 프로그램에서 </a:t>
            </a:r>
            <a:r>
              <a:rPr lang="en-US" altLang="ko-KR" dirty="0"/>
              <a:t>product</a:t>
            </a:r>
            <a:r>
              <a:rPr lang="ko-KR" altLang="en-US" dirty="0"/>
              <a:t>에 등록된 판매자 정보</a:t>
            </a:r>
            <a:r>
              <a:rPr lang="en-US" altLang="ko-KR" dirty="0"/>
              <a:t>, </a:t>
            </a:r>
            <a:r>
              <a:rPr lang="ko-KR" altLang="en-US" dirty="0"/>
              <a:t>상품의 카테고리는 중복되게 받아서는 안되므로 </a:t>
            </a:r>
            <a:r>
              <a:rPr lang="en-US" altLang="ko-KR" dirty="0"/>
              <a:t>seller</a:t>
            </a:r>
            <a:r>
              <a:rPr lang="ko-KR" altLang="en-US" dirty="0"/>
              <a:t>와 </a:t>
            </a:r>
            <a:r>
              <a:rPr lang="en-US" altLang="ko-KR" dirty="0"/>
              <a:t>category</a:t>
            </a:r>
            <a:r>
              <a:rPr lang="ko-KR" altLang="en-US" dirty="0"/>
              <a:t>의 </a:t>
            </a:r>
            <a:r>
              <a:rPr lang="en-US" altLang="ko-KR" dirty="0"/>
              <a:t>pk</a:t>
            </a:r>
            <a:r>
              <a:rPr lang="ko-KR" altLang="en-US" dirty="0"/>
              <a:t>를 받아 </a:t>
            </a:r>
            <a:r>
              <a:rPr lang="en-US" altLang="ko-KR" dirty="0" err="1"/>
              <a:t>fk</a:t>
            </a:r>
            <a:r>
              <a:rPr lang="ko-KR" altLang="en-US" dirty="0"/>
              <a:t>로 데이터를 저장한다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B1A802C-2A63-4004-835F-55E59F499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1026" y="1959097"/>
            <a:ext cx="3882678" cy="4320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0741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95</Words>
  <Application>Microsoft Office PowerPoint</Application>
  <PresentationFormat>와이드스크린</PresentationFormat>
  <Paragraphs>33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2</cp:revision>
  <dcterms:created xsi:type="dcterms:W3CDTF">2026-04-16T03:16:43Z</dcterms:created>
  <dcterms:modified xsi:type="dcterms:W3CDTF">2026-04-16T03:26:25Z</dcterms:modified>
</cp:coreProperties>
</file>