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4384000" cy="13716000"/>
  <p:notesSz cx="6858000" cy="9144000"/>
  <p:embeddedFontLst>
    <p:embeddedFont>
      <p:font typeface="Gmarket Sans Medium"/>
      <p:regular r:id="rId18"/>
    </p:embeddedFont>
    <p:embeddedFont>
      <p:font typeface="Pretendard Regular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18" Target="../media/image26.png" Type="http://schemas.openxmlformats.org/officeDocument/2006/relationships/image"/><Relationship Id="rId19" Target="../media/image27.png" Type="http://schemas.openxmlformats.org/officeDocument/2006/relationships/image"/><Relationship Id="rId2" Target="../media/image10.png" Type="http://schemas.openxmlformats.org/officeDocument/2006/relationships/image"/><Relationship Id="rId20" Target="../media/image28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2" Target="../media/image10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38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45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2" Target="../media/image45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30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0.png" Type="http://schemas.openxmlformats.org/officeDocument/2006/relationships/image"/><Relationship Id="rId5" Target="../media/image65.png" Type="http://schemas.openxmlformats.org/officeDocument/2006/relationships/image"/><Relationship Id="rId6" Target="../media/image32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2" Target="../media/image45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48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png" Type="http://schemas.openxmlformats.org/officeDocument/2006/relationships/image"/><Relationship Id="rId2" Target="../media/image45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2" Target="../media/image38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83.png" Type="http://schemas.openxmlformats.org/officeDocument/2006/relationships/image"/><Relationship Id="rId6" Target="../media/image32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1700" y="11214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925800" y="11734800"/>
            <a:ext cx="3187700" cy="35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38100" y="11734800"/>
            <a:ext cx="3187700" cy="355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50400" y="11734800"/>
            <a:ext cx="3187700" cy="355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248400" y="11734800"/>
            <a:ext cx="3187700" cy="35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29200" y="4711700"/>
            <a:ext cx="14351000" cy="4622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36100" y="3911600"/>
            <a:ext cx="55245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17400" y="10134600"/>
            <a:ext cx="10033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17400" y="8699500"/>
            <a:ext cx="100330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17400" y="7264400"/>
            <a:ext cx="100330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17400" y="5829300"/>
            <a:ext cx="100330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17400" y="4394200"/>
            <a:ext cx="10033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08800" y="4800600"/>
            <a:ext cx="1346200" cy="901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83200" y="4610100"/>
            <a:ext cx="1346200" cy="1257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4724400"/>
            <a:ext cx="1092200" cy="1028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982700" y="10566400"/>
            <a:ext cx="7759700" cy="609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649200" y="10553700"/>
            <a:ext cx="762000" cy="609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33500" y="9118600"/>
            <a:ext cx="7759700" cy="609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649200" y="9118600"/>
            <a:ext cx="762000" cy="609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33500" y="7683500"/>
            <a:ext cx="7759700" cy="609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49200" y="7683500"/>
            <a:ext cx="762000" cy="609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033500" y="6235700"/>
            <a:ext cx="7759700" cy="609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649200" y="6248400"/>
            <a:ext cx="762000" cy="609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033500" y="4800600"/>
            <a:ext cx="7759700" cy="60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649200" y="4813300"/>
            <a:ext cx="762000" cy="609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033500" y="3352800"/>
            <a:ext cx="7759700" cy="609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649200" y="3378200"/>
            <a:ext cx="762000" cy="609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133600" y="6096000"/>
            <a:ext cx="7912100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80100" y="1498600"/>
            <a:ext cx="22479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21200" y="1498600"/>
            <a:ext cx="12192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46300" y="1498600"/>
            <a:ext cx="22479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81200" y="2717800"/>
            <a:ext cx="100457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007100" y="1612900"/>
            <a:ext cx="19939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635500" y="1612900"/>
            <a:ext cx="990600" cy="27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81200" y="4089400"/>
            <a:ext cx="20701000" cy="835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80100" y="1498600"/>
            <a:ext cx="22479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21200" y="1498600"/>
            <a:ext cx="12192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46300" y="1498600"/>
            <a:ext cx="22479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007100" y="1612900"/>
            <a:ext cx="19939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35500" y="1612900"/>
            <a:ext cx="990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41500" y="2451100"/>
            <a:ext cx="20866100" cy="10248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63600" y="2501900"/>
            <a:ext cx="7823200" cy="1024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81400" y="1498600"/>
            <a:ext cx="22479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5200" y="1498600"/>
            <a:ext cx="12192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08400" y="1612900"/>
            <a:ext cx="19939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36800" y="1612900"/>
            <a:ext cx="990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54300" y="2489200"/>
            <a:ext cx="8623300" cy="1026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40100" y="2451100"/>
            <a:ext cx="7607300" cy="1018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81400" y="1498600"/>
            <a:ext cx="22479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5200" y="1498600"/>
            <a:ext cx="12192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08400" y="1612900"/>
            <a:ext cx="19939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36800" y="1612900"/>
            <a:ext cx="990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185900" y="2451100"/>
            <a:ext cx="76073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90600"/>
            <a:ext cx="22593300" cy="12725400"/>
          </a:xfrm>
          <a:prstGeom prst="rect">
            <a:avLst/>
          </a:prstGeom>
          <a:effectLst>
            <a:outerShdw dir="2700000" dist="0" blurRad="827515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104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81400" y="1498600"/>
            <a:ext cx="22479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35200" y="1498600"/>
            <a:ext cx="12192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08400" y="1612900"/>
            <a:ext cx="1993900" cy="279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36800" y="1612900"/>
            <a:ext cx="990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956300" y="1498600"/>
            <a:ext cx="22479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083300" y="1612900"/>
            <a:ext cx="1993900" cy="27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55100" y="2476500"/>
            <a:ext cx="7086600" cy="1123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81400" y="1498600"/>
            <a:ext cx="22479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35200" y="1498600"/>
            <a:ext cx="12192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08400" y="1612900"/>
            <a:ext cx="1993900" cy="279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36800" y="1612900"/>
            <a:ext cx="990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35500" y="2489200"/>
            <a:ext cx="14998700" cy="1026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56300" y="1498600"/>
            <a:ext cx="22479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083300" y="1612900"/>
            <a:ext cx="19939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63900" y="2489200"/>
            <a:ext cx="17564100" cy="10261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81400" y="1498600"/>
            <a:ext cx="22479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5200" y="1498600"/>
            <a:ext cx="12192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08400" y="1612900"/>
            <a:ext cx="19939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36800" y="1612900"/>
            <a:ext cx="990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56300" y="1498600"/>
            <a:ext cx="22479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083300" y="1612900"/>
            <a:ext cx="19939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46300" y="2451100"/>
            <a:ext cx="19646900" cy="10261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81400" y="1498600"/>
            <a:ext cx="22479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5200" y="1498600"/>
            <a:ext cx="12192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08400" y="1612900"/>
            <a:ext cx="19939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36800" y="1612900"/>
            <a:ext cx="990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56300" y="1498600"/>
            <a:ext cx="22479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083300" y="1612900"/>
            <a:ext cx="19939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80100" y="1498600"/>
            <a:ext cx="22479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21200" y="1498600"/>
            <a:ext cx="12192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46300" y="1498600"/>
            <a:ext cx="22479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007100" y="1612900"/>
            <a:ext cx="19939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35500" y="1612900"/>
            <a:ext cx="990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12900" y="2908300"/>
            <a:ext cx="21209000" cy="9258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B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977900"/>
            <a:ext cx="22593300" cy="11772900"/>
          </a:xfrm>
          <a:prstGeom prst="rect">
            <a:avLst/>
          </a:prstGeom>
          <a:effectLst>
            <a:outerShdw dir="2700000" dist="0" blurRad="764834">
              <a:srgbClr val="18A8F1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13900" y="850900"/>
            <a:ext cx="51562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451100"/>
            <a:ext cx="22593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80100" y="1498600"/>
            <a:ext cx="22479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21200" y="1498600"/>
            <a:ext cx="12192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46300" y="1498600"/>
            <a:ext cx="22479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007100" y="1612900"/>
            <a:ext cx="19939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35500" y="1612900"/>
            <a:ext cx="990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87500" y="2717800"/>
            <a:ext cx="21209000" cy="947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