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24384000" cy="13716000"/>
  <p:notesSz cx="6858000" cy="9144000"/>
  <p:embeddedFontLst>
    <p:embeddedFont>
      <p:font typeface="Gmarket Sans Bold"/>
      <p:bold r:id="rId50"/>
    </p:embeddedFont>
    <p:embeddedFont>
      <p:font typeface="Gmarket Sans Medium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1.fntdata" Type="http://schemas.openxmlformats.org/officeDocument/2006/relationships/font"/><Relationship Id="rId51" Target="fonts/font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png" Type="http://schemas.openxmlformats.org/officeDocument/2006/relationships/image"/><Relationship Id="rId25" Target="../media/image31.png" Type="http://schemas.openxmlformats.org/officeDocument/2006/relationships/image"/><Relationship Id="rId26" Target="../media/image32.png" Type="http://schemas.openxmlformats.org/officeDocument/2006/relationships/image"/><Relationship Id="rId27" Target="../media/image33.png" Type="http://schemas.openxmlformats.org/officeDocument/2006/relationships/image"/><Relationship Id="rId28" Target="../media/image34.png" Type="http://schemas.openxmlformats.org/officeDocument/2006/relationships/image"/><Relationship Id="rId29" Target="../media/image35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41.png" Type="http://schemas.openxmlformats.org/officeDocument/2006/relationships/image"/><Relationship Id="rId8" Target="../media/image38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43.png" Type="http://schemas.openxmlformats.org/officeDocument/2006/relationships/image"/><Relationship Id="rId8" Target="../media/image3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46.png" Type="http://schemas.openxmlformats.org/officeDocument/2006/relationships/image"/><Relationship Id="rId8" Target="../media/image38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52.png" Type="http://schemas.openxmlformats.org/officeDocument/2006/relationships/image"/><Relationship Id="rId8" Target="../media/image50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4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55.png" Type="http://schemas.openxmlformats.org/officeDocument/2006/relationships/image"/><Relationship Id="rId8" Target="../media/image50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57.png" Type="http://schemas.openxmlformats.org/officeDocument/2006/relationships/image"/><Relationship Id="rId8" Target="../media/image50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59.png" Type="http://schemas.openxmlformats.org/officeDocument/2006/relationships/image"/><Relationship Id="rId8" Target="../media/image50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2" Target="../media/image1.png" Type="http://schemas.openxmlformats.org/officeDocument/2006/relationships/image"/><Relationship Id="rId3" Target="../media/image61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62.png" Type="http://schemas.openxmlformats.org/officeDocument/2006/relationships/image"/><Relationship Id="rId8" Target="../media/image50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2" Target="../media/image1.png" Type="http://schemas.openxmlformats.org/officeDocument/2006/relationships/image"/><Relationship Id="rId3" Target="../media/image64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65.png" Type="http://schemas.openxmlformats.org/officeDocument/2006/relationships/image"/><Relationship Id="rId8" Target="../media/image50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4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68.png" Type="http://schemas.openxmlformats.org/officeDocument/2006/relationships/image"/><Relationship Id="rId8" Target="../media/image50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76.png" Type="http://schemas.openxmlformats.org/officeDocument/2006/relationships/image"/><Relationship Id="rId8" Target="../media/image50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79.png" Type="http://schemas.openxmlformats.org/officeDocument/2006/relationships/image"/><Relationship Id="rId8" Target="../media/image50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85.png" Type="http://schemas.openxmlformats.org/officeDocument/2006/relationships/image"/><Relationship Id="rId8" Target="../media/image83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90.png" Type="http://schemas.openxmlformats.org/officeDocument/2006/relationships/image"/><Relationship Id="rId8" Target="../media/image88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92.png" Type="http://schemas.openxmlformats.org/officeDocument/2006/relationships/image"/><Relationship Id="rId8" Target="../media/image88.pn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95.png" Type="http://schemas.openxmlformats.org/officeDocument/2006/relationships/image"/><Relationship Id="rId8" Target="../media/image88.pn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97.png" Type="http://schemas.openxmlformats.org/officeDocument/2006/relationships/image"/><Relationship Id="rId8" Target="../media/image88.pn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07.png" Type="http://schemas.openxmlformats.org/officeDocument/2006/relationships/image"/><Relationship Id="rId8" Target="../media/image108.pn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88.png" Type="http://schemas.openxmlformats.org/officeDocument/2006/relationships/image"/><Relationship Id="rId12" Target="../media/image1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11.png" Type="http://schemas.openxmlformats.org/officeDocument/2006/relationships/image"/><Relationship Id="rId8" Target="../media/image112.png" Type="http://schemas.openxmlformats.org/officeDocument/2006/relationships/image"/><Relationship Id="rId9" Target="../media/image11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124.png" Type="http://schemas.openxmlformats.org/officeDocument/2006/relationships/image"/><Relationship Id="rId2" Target="../media/image1.png" Type="http://schemas.openxmlformats.org/officeDocument/2006/relationships/image"/><Relationship Id="rId3" Target="../media/image120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21.png" Type="http://schemas.openxmlformats.org/officeDocument/2006/relationships/image"/><Relationship Id="rId8" Target="../media/image122.pn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25.png" Type="http://schemas.openxmlformats.org/officeDocument/2006/relationships/image"/><Relationship Id="rId8" Target="../media/image126.png" Type="http://schemas.openxmlformats.org/officeDocument/2006/relationships/image"/><Relationship Id="rId9" Target="../media/image12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29.png" Type="http://schemas.openxmlformats.org/officeDocument/2006/relationships/image"/><Relationship Id="rId8" Target="../media/image130.png" Type="http://schemas.openxmlformats.org/officeDocument/2006/relationships/image"/><Relationship Id="rId9" Target="../media/image1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33.png" Type="http://schemas.openxmlformats.org/officeDocument/2006/relationships/image"/><Relationship Id="rId8" Target="../media/image134.png" Type="http://schemas.openxmlformats.org/officeDocument/2006/relationships/image"/><Relationship Id="rId9" Target="../media/image13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88.png" Type="http://schemas.openxmlformats.org/officeDocument/2006/relationships/image"/><Relationship Id="rId2" Target="../media/image1.png" Type="http://schemas.openxmlformats.org/officeDocument/2006/relationships/image"/><Relationship Id="rId3" Target="../media/image137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42.png" Type="http://schemas.openxmlformats.org/officeDocument/2006/relationships/image"/><Relationship Id="rId7" Target="../media/image143.png" Type="http://schemas.openxmlformats.org/officeDocument/2006/relationships/image"/><Relationship Id="rId8" Target="../media/image144.png" Type="http://schemas.openxmlformats.org/officeDocument/2006/relationships/image"/><Relationship Id="rId9" Target="../media/image14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46.png" Type="http://schemas.openxmlformats.org/officeDocument/2006/relationships/image"/><Relationship Id="rId7" Target="../media/image147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48.png" Type="http://schemas.openxmlformats.org/officeDocument/2006/relationships/image"/><Relationship Id="rId7" Target="../media/image149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50.png" Type="http://schemas.openxmlformats.org/officeDocument/2006/relationships/image"/><Relationship Id="rId7" Target="../media/image151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52.png" Type="http://schemas.openxmlformats.org/officeDocument/2006/relationships/image"/><Relationship Id="rId7" Target="../media/image153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54.png" Type="http://schemas.openxmlformats.org/officeDocument/2006/relationships/image"/><Relationship Id="rId7" Target="../media/image155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56.png" Type="http://schemas.openxmlformats.org/officeDocument/2006/relationships/image"/><Relationship Id="rId7" Target="../media/image157.png" Type="http://schemas.openxmlformats.org/officeDocument/2006/relationships/image"/><Relationship Id="rId8" Target="../media/image14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58.png" Type="http://schemas.openxmlformats.org/officeDocument/2006/relationships/image"/><Relationship Id="rId8" Target="../media/image159.png" Type="http://schemas.openxmlformats.org/officeDocument/2006/relationships/image"/><Relationship Id="rId9" Target="../media/image16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61.png" Type="http://schemas.openxmlformats.org/officeDocument/2006/relationships/image"/><Relationship Id="rId8" Target="../media/image159.png" Type="http://schemas.openxmlformats.org/officeDocument/2006/relationships/image"/><Relationship Id="rId9" Target="../media/image162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163.png" Type="http://schemas.openxmlformats.org/officeDocument/2006/relationships/image"/><Relationship Id="rId8" Target="../media/image159.png" Type="http://schemas.openxmlformats.org/officeDocument/2006/relationships/image"/><Relationship Id="rId9" Target="../media/image1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119126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0" y="2705100"/>
            <a:ext cx="1244600" cy="1244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67800" y="4267200"/>
            <a:ext cx="6223000" cy="74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335500" y="12471400"/>
            <a:ext cx="5702300" cy="52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62600" y="5346700"/>
            <a:ext cx="13246100" cy="4178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96400" y="4394200"/>
            <a:ext cx="5524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21200" y="11645900"/>
            <a:ext cx="3314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21200" y="8153400"/>
            <a:ext cx="33147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21200" y="6400800"/>
            <a:ext cx="33147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21200" y="4660900"/>
            <a:ext cx="33147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89400" y="2908300"/>
            <a:ext cx="3746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789900" y="10896600"/>
            <a:ext cx="1524000" cy="152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107400" y="11277600"/>
            <a:ext cx="901700" cy="74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789900" y="9144000"/>
            <a:ext cx="1524000" cy="152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120100" y="9601200"/>
            <a:ext cx="8763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789900" y="7404100"/>
            <a:ext cx="1524000" cy="1524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145500" y="7747000"/>
            <a:ext cx="8255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789900" y="5651500"/>
            <a:ext cx="1524000" cy="1524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170900" y="5994400"/>
            <a:ext cx="774700" cy="82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0789900" y="3898900"/>
            <a:ext cx="1524000" cy="152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1158200" y="4305300"/>
            <a:ext cx="812800" cy="711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789900" y="2159000"/>
            <a:ext cx="1524000" cy="1524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1209000" y="2489200"/>
            <a:ext cx="685800" cy="863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172200" y="4813300"/>
            <a:ext cx="1651000" cy="132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203700" y="4838700"/>
            <a:ext cx="1701800" cy="132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541000" y="11391900"/>
            <a:ext cx="5715000" cy="609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541000" y="9639300"/>
            <a:ext cx="6680200" cy="609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541000" y="7886700"/>
            <a:ext cx="5715000" cy="609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541000" y="6146800"/>
            <a:ext cx="5715000" cy="609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541000" y="4394200"/>
            <a:ext cx="5715000" cy="609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515600" y="2654300"/>
            <a:ext cx="5715000" cy="609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057400" y="6565900"/>
            <a:ext cx="7912100" cy="1511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59999">
            <a:off x="17665700" y="9918700"/>
            <a:ext cx="28194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76700" y="2654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85600" y="4635500"/>
            <a:ext cx="117729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63600" y="4635500"/>
            <a:ext cx="106426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08900" y="4127500"/>
            <a:ext cx="8953500" cy="900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400" y="4635500"/>
            <a:ext cx="105918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11000" y="4635500"/>
            <a:ext cx="117729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" y="4635500"/>
            <a:ext cx="104775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0" y="4635500"/>
            <a:ext cx="10845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48400" y="4635500"/>
            <a:ext cx="10845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88200" y="5003800"/>
            <a:ext cx="9385300" cy="709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95700" y="4368800"/>
            <a:ext cx="16992600" cy="806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70500" y="4127500"/>
            <a:ext cx="13855700" cy="871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51600" y="4635500"/>
            <a:ext cx="104394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0900" y="4635500"/>
            <a:ext cx="104394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52300" y="4635500"/>
            <a:ext cx="10845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0900" y="4635500"/>
            <a:ext cx="104394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52300" y="4635500"/>
            <a:ext cx="10845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35300" y="3898900"/>
            <a:ext cx="18313400" cy="900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505200" y="3187700"/>
            <a:ext cx="170561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6800" y="4635500"/>
            <a:ext cx="104394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52300" y="4635500"/>
            <a:ext cx="10845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6800" y="4635500"/>
            <a:ext cx="104394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52300" y="4635500"/>
            <a:ext cx="103378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88100" y="4610100"/>
            <a:ext cx="12852400" cy="7404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97400" y="2527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16600" y="4127500"/>
            <a:ext cx="12738100" cy="8775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2527300"/>
            <a:ext cx="192913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16900" y="4127500"/>
            <a:ext cx="7950200" cy="9283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70900" y="2527300"/>
            <a:ext cx="71628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45100" y="4127500"/>
            <a:ext cx="13893800" cy="8813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7600" y="4457700"/>
            <a:ext cx="10388600" cy="773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52300" y="4457700"/>
            <a:ext cx="109855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89200" y="2755900"/>
            <a:ext cx="19113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000500" y="4572000"/>
            <a:ext cx="16383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37100" y="2755900"/>
            <a:ext cx="146304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648700" y="4127500"/>
            <a:ext cx="6819900" cy="924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38300" y="3187700"/>
            <a:ext cx="207772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37200" y="3187700"/>
            <a:ext cx="129794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3187700"/>
            <a:ext cx="13169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3187700"/>
            <a:ext cx="131826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37200" y="3187700"/>
            <a:ext cx="129794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23300" y="5448300"/>
            <a:ext cx="7315200" cy="579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5448300"/>
            <a:ext cx="7353300" cy="581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35600" y="3187700"/>
            <a:ext cx="13169900" cy="137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68700" y="5473700"/>
            <a:ext cx="7315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3187700"/>
            <a:ext cx="131826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37200" y="3187700"/>
            <a:ext cx="129794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3187700"/>
            <a:ext cx="13169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806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79800" y="5448300"/>
            <a:ext cx="735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94700" y="5448300"/>
            <a:ext cx="7315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5448300"/>
            <a:ext cx="7353300" cy="581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3187700"/>
            <a:ext cx="131826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80600" y="1397000"/>
            <a:ext cx="42926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86100" y="4775200"/>
            <a:ext cx="17170400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86600" y="4305300"/>
            <a:ext cx="9182100" cy="911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5105400"/>
            <a:ext cx="14782800" cy="591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781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97700" y="4152900"/>
            <a:ext cx="9855200" cy="930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654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61200" y="4152900"/>
            <a:ext cx="9855200" cy="925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654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38900" y="4025900"/>
            <a:ext cx="10134600" cy="923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654300"/>
            <a:ext cx="151765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19700" y="4851400"/>
            <a:ext cx="12560300" cy="750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82700"/>
            <a:ext cx="546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1397000"/>
            <a:ext cx="508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" y="2895600"/>
            <a:ext cx="209423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73800" y="4711700"/>
            <a:ext cx="10795000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76900" y="2895600"/>
            <a:ext cx="124460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24400" y="5219700"/>
            <a:ext cx="143383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E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952500"/>
            <a:ext cx="24384000" cy="12763500"/>
          </a:xfrm>
          <a:prstGeom prst="rect">
            <a:avLst/>
          </a:prstGeom>
          <a:effectLst>
            <a:outerShdw dir="2700000" dist="0" blurRad="574083">
              <a:srgbClr val="5D6DBE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22225000" y="558800"/>
            <a:ext cx="635000" cy="106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1231900" y="558800"/>
            <a:ext cx="635000" cy="106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2273300"/>
            <a:ext cx="2197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59900" y="1282700"/>
            <a:ext cx="46228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28100" y="2654300"/>
            <a:ext cx="59436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1397000"/>
            <a:ext cx="42926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87700" y="4025900"/>
            <a:ext cx="17411700" cy="924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