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24384000" cy="13716000"/>
  <p:notesSz cx="6858000" cy="9144000"/>
  <p:embeddedFontLst>
    <p:embeddedFont>
      <p:font typeface="Black Han Sans Regular"/>
      <p:regular r:id="rId30"/>
    </p:embeddedFont>
    <p:embeddedFont>
      <p:font typeface="Poppins Black"/>
      <p:bold r:id="rId31"/>
    </p:embeddedFont>
    <p:embeddedFont>
      <p:font typeface="Poppins SemiBold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1.fntdata" Type="http://schemas.openxmlformats.org/officeDocument/2006/relationships/font"/><Relationship Id="rId31" Target="fonts/font2.fntdata" Type="http://schemas.openxmlformats.org/officeDocument/2006/relationships/font"/><Relationship Id="rId32" Target="fonts/font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2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3.png" Type="http://schemas.openxmlformats.org/officeDocument/2006/relationships/image"/><Relationship Id="rId5" Target="../media/image11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42.png" Type="http://schemas.openxmlformats.org/officeDocument/2006/relationships/image"/><Relationship Id="rId5" Target="../media/image11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46.png" Type="http://schemas.openxmlformats.org/officeDocument/2006/relationships/image"/><Relationship Id="rId5" Target="../media/image18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53.png" Type="http://schemas.openxmlformats.org/officeDocument/2006/relationships/image"/><Relationship Id="rId5" Target="../media/image4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21.png" Type="http://schemas.openxmlformats.org/officeDocument/2006/relationships/image"/><Relationship Id="rId12" Target="../media/image62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63.png" Type="http://schemas.openxmlformats.org/officeDocument/2006/relationships/image"/><Relationship Id="rId5" Target="../media/image11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53.png" Type="http://schemas.openxmlformats.org/officeDocument/2006/relationships/image"/><Relationship Id="rId5" Target="../media/image4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81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81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88.png" Type="http://schemas.openxmlformats.org/officeDocument/2006/relationships/image"/><Relationship Id="rId5" Target="../media/image11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8.png" Type="http://schemas.openxmlformats.org/officeDocument/2006/relationships/image"/><Relationship Id="rId6" Target="../media/image75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53.png" Type="http://schemas.openxmlformats.org/officeDocument/2006/relationships/image"/><Relationship Id="rId5" Target="../media/image11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01.png" Type="http://schemas.openxmlformats.org/officeDocument/2006/relationships/image"/><Relationship Id="rId5" Target="../media/image18.png" Type="http://schemas.openxmlformats.org/officeDocument/2006/relationships/image"/><Relationship Id="rId6" Target="../media/image75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18.png" Type="http://schemas.openxmlformats.org/officeDocument/2006/relationships/image"/><Relationship Id="rId6" Target="../media/image75.png" Type="http://schemas.openxmlformats.org/officeDocument/2006/relationships/image"/><Relationship Id="rId7" Target="../media/image111.png" Type="http://schemas.openxmlformats.org/officeDocument/2006/relationships/image"/><Relationship Id="rId8" Target="../media/image112.png" Type="http://schemas.openxmlformats.org/officeDocument/2006/relationships/image"/><Relationship Id="rId9" Target="../media/image1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117.png" Type="http://schemas.openxmlformats.org/officeDocument/2006/relationships/image"/><Relationship Id="rId12" Target="../media/image21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81.png" Type="http://schemas.openxmlformats.org/officeDocument/2006/relationships/image"/><Relationship Id="rId5" Target="../media/image18.png" Type="http://schemas.openxmlformats.org/officeDocument/2006/relationships/image"/><Relationship Id="rId6" Target="../media/image47.png" Type="http://schemas.openxmlformats.org/officeDocument/2006/relationships/image"/><Relationship Id="rId7" Target="../media/image111.png" Type="http://schemas.openxmlformats.org/officeDocument/2006/relationships/image"/><Relationship Id="rId8" Target="../media/image112.png" Type="http://schemas.openxmlformats.org/officeDocument/2006/relationships/image"/><Relationship Id="rId9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64100" y="1574800"/>
            <a:ext cx="14655800" cy="886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588000" y="2273300"/>
            <a:ext cx="1663700" cy="1435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88300" y="2857500"/>
            <a:ext cx="8420100" cy="407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88300" y="5664200"/>
            <a:ext cx="8420100" cy="407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10100" y="11798300"/>
            <a:ext cx="151765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19500" y="11734800"/>
            <a:ext cx="171323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33000" y="762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38600" y="4254500"/>
            <a:ext cx="3403600" cy="320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07600" y="3276600"/>
            <a:ext cx="14376400" cy="547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9300" y="4559300"/>
            <a:ext cx="12852400" cy="690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7010400"/>
            <a:ext cx="68326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68000"/>
          </a:blip>
          <a:stretch>
            <a:fillRect/>
          </a:stretch>
        </p:blipFill>
        <p:spPr>
          <a:xfrm rot="0">
            <a:off x="13995400" y="5956300"/>
            <a:ext cx="9194800" cy="548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5638800"/>
            <a:ext cx="12750800" cy="529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8343900"/>
            <a:ext cx="647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68000"/>
          </a:blip>
          <a:stretch>
            <a:fillRect/>
          </a:stretch>
        </p:blipFill>
        <p:spPr>
          <a:xfrm rot="0">
            <a:off x="13995400" y="5956300"/>
            <a:ext cx="9194800" cy="548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44800" y="8343900"/>
            <a:ext cx="6477000" cy="71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6200" y="5321300"/>
            <a:ext cx="110617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46500" y="11849100"/>
            <a:ext cx="191770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13200" y="4254500"/>
            <a:ext cx="3454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6858000"/>
            <a:ext cx="6883400" cy="393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6972300"/>
            <a:ext cx="12192000" cy="2070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94200" y="11849100"/>
            <a:ext cx="178816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22700" y="4254500"/>
            <a:ext cx="3835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7175500"/>
            <a:ext cx="6845300" cy="287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0100" y="6858000"/>
            <a:ext cx="13195300" cy="231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366500"/>
            <a:ext cx="19342100" cy="147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71900" y="4254500"/>
            <a:ext cx="39497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605000" y="6527800"/>
            <a:ext cx="9321800" cy="417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98600" y="6324600"/>
            <a:ext cx="116205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366500"/>
            <a:ext cx="20345400" cy="147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70300" y="4254500"/>
            <a:ext cx="41529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6642100"/>
            <a:ext cx="6845300" cy="393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6578600"/>
            <a:ext cx="12280900" cy="407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734800"/>
            <a:ext cx="150749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21100" y="4254500"/>
            <a:ext cx="40513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7175500"/>
            <a:ext cx="6845300" cy="287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22300" y="5321300"/>
            <a:ext cx="13284200" cy="552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7175500"/>
            <a:ext cx="6845300" cy="287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22300" y="5892800"/>
            <a:ext cx="13373100" cy="422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95400" y="45593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3995400" y="58674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38400" y="7175500"/>
            <a:ext cx="6845300" cy="287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6591300"/>
            <a:ext cx="12623800" cy="313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734800"/>
            <a:ext cx="113665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46500" y="4254500"/>
            <a:ext cx="3987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60500" y="47752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4160500" y="60960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03400" y="6858000"/>
            <a:ext cx="8521700" cy="393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" y="4508500"/>
            <a:ext cx="12230100" cy="378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3500" y="9055100"/>
            <a:ext cx="12623800" cy="2438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44800" y="48514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734800"/>
            <a:ext cx="132842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10000" y="4254500"/>
            <a:ext cx="38735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60500" y="47752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4160500" y="60960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62200" y="7442200"/>
            <a:ext cx="7874000" cy="257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98600" y="6858000"/>
            <a:ext cx="11582400" cy="187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63700" y="9448800"/>
            <a:ext cx="11506200" cy="224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44800" y="50165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540000"/>
            <a:ext cx="66294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05000" y="2171700"/>
            <a:ext cx="7670800" cy="735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111379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1569700"/>
            <a:ext cx="749300" cy="106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40000" y="11734800"/>
            <a:ext cx="189992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0" y="5080000"/>
            <a:ext cx="116078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21100" y="4254500"/>
            <a:ext cx="4038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60500" y="47752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4160500" y="60960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01800" y="7937500"/>
            <a:ext cx="8712200" cy="179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300" y="4775200"/>
            <a:ext cx="11938000" cy="679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633700" y="50165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7E3E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" y="2959100"/>
            <a:ext cx="23139400" cy="1009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60500" y="4775200"/>
            <a:ext cx="91948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2300" y="660400"/>
            <a:ext cx="231394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1104900"/>
            <a:ext cx="2730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1181100"/>
            <a:ext cx="10033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87900" y="977900"/>
            <a:ext cx="148082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1257300"/>
            <a:ext cx="1422400" cy="72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8000"/>
          </a:blip>
          <a:stretch>
            <a:fillRect/>
          </a:stretch>
        </p:blipFill>
        <p:spPr>
          <a:xfrm rot="0">
            <a:off x="14160500" y="6096000"/>
            <a:ext cx="91948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27200" y="8001000"/>
            <a:ext cx="8661400" cy="167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46400" y="5257800"/>
            <a:ext cx="9245600" cy="6070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621000" y="5041900"/>
            <a:ext cx="7391400" cy="48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