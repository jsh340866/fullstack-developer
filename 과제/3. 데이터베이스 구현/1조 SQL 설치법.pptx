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24384000" cy="13716000"/>
  <p:notesSz cx="6858000" cy="9144000"/>
  <p:embeddedFontLst>
    <p:embeddedFont>
      <p:font typeface="210 Sueopsigan Regular"/>
      <p:regular r:id="rId41"/>
    </p:embeddedFont>
    <p:embeddedFont>
      <p:font typeface="BM DoHyeon"/>
      <p:regular r:id="rId42"/>
    </p:embeddedFont>
    <p:embeddedFont>
      <p:font typeface="Pretendard Medium"/>
      <p:bold r:id="rId43"/>
    </p:embeddedFont>
    <p:embeddedFont>
      <p:font typeface="Pretendard SemiBold"/>
      <p:bold r:id="rId44"/>
    </p:embeddedFont>
    <p:embeddedFont>
      <p:font typeface="Pretendard Bold"/>
      <p:bold r:id="rId45"/>
    </p:embeddedFont>
    <p:embeddedFont>
      <p:font typeface="Pretendard Regular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1.fntdata" Type="http://schemas.openxmlformats.org/officeDocument/2006/relationships/font"/><Relationship Id="rId42" Target="fonts/font2.fntdata" Type="http://schemas.openxmlformats.org/officeDocument/2006/relationships/font"/><Relationship Id="rId43" Target="fonts/font3.fntdata" Type="http://schemas.openxmlformats.org/officeDocument/2006/relationships/font"/><Relationship Id="rId44" Target="fonts/font4.fntdata" Type="http://schemas.openxmlformats.org/officeDocument/2006/relationships/font"/><Relationship Id="rId45" Target="fonts/font5.fntdata" Type="http://schemas.openxmlformats.org/officeDocument/2006/relationships/font"/><Relationship Id="rId46" Target="fonts/font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0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23.png" Type="http://schemas.openxmlformats.org/officeDocument/2006/relationships/image"/><Relationship Id="rId15" Target="../media/image31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17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33.png" Type="http://schemas.openxmlformats.org/officeDocument/2006/relationships/image"/><Relationship Id="rId12" Target="../media/image16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20.png" Type="http://schemas.openxmlformats.org/officeDocument/2006/relationships/image"/><Relationship Id="rId7" Target="../media/image29.png" Type="http://schemas.openxmlformats.org/officeDocument/2006/relationships/image"/><Relationship Id="rId8" Target="../media/image3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7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22" Target="../media/image55.png" Type="http://schemas.openxmlformats.org/officeDocument/2006/relationships/image"/><Relationship Id="rId3" Target="../media/image38.png" Type="http://schemas.openxmlformats.org/officeDocument/2006/relationships/image"/><Relationship Id="rId4" Target="../media/image2.png" Type="http://schemas.openxmlformats.org/officeDocument/2006/relationships/image"/><Relationship Id="rId5" Target="../media/image12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20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1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64.png" Type="http://schemas.openxmlformats.org/officeDocument/2006/relationships/image"/><Relationship Id="rId12" Target="../media/image35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63.pn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35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67.pn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69.png" Type="http://schemas.openxmlformats.org/officeDocument/2006/relationships/image"/><Relationship Id="rId12" Target="../media/image35.png" Type="http://schemas.openxmlformats.org/officeDocument/2006/relationships/image"/><Relationship Id="rId13" Target="../media/image73.png" Type="http://schemas.openxmlformats.org/officeDocument/2006/relationships/image"/><Relationship Id="rId14" Target="../media/image74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72.pn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76.png" Type="http://schemas.openxmlformats.org/officeDocument/2006/relationships/image"/><Relationship Id="rId12" Target="../media/image35.png" Type="http://schemas.openxmlformats.org/officeDocument/2006/relationships/image"/><Relationship Id="rId13" Target="../media/image77.png" Type="http://schemas.openxmlformats.org/officeDocument/2006/relationships/image"/><Relationship Id="rId14" Target="../media/image7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75.pn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25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15" Target="../media/image85.png" Type="http://schemas.openxmlformats.org/officeDocument/2006/relationships/image"/><Relationship Id="rId16" Target="../media/image86.png" Type="http://schemas.openxmlformats.org/officeDocument/2006/relationships/image"/><Relationship Id="rId17" Target="../media/image87.png" Type="http://schemas.openxmlformats.org/officeDocument/2006/relationships/image"/><Relationship Id="rId18" Target="../media/image88.png" Type="http://schemas.openxmlformats.org/officeDocument/2006/relationships/image"/><Relationship Id="rId19" Target="../media/image89.png" Type="http://schemas.openxmlformats.org/officeDocument/2006/relationships/image"/><Relationship Id="rId2" Target="../media/image2.png" Type="http://schemas.openxmlformats.org/officeDocument/2006/relationships/image"/><Relationship Id="rId20" Target="../media/image90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76.png" Type="http://schemas.openxmlformats.org/officeDocument/2006/relationships/image"/><Relationship Id="rId12" Target="../media/image35.png" Type="http://schemas.openxmlformats.org/officeDocument/2006/relationships/image"/><Relationship Id="rId13" Target="../media/image93.png" Type="http://schemas.openxmlformats.org/officeDocument/2006/relationships/image"/><Relationship Id="rId14" Target="../media/image80.png" Type="http://schemas.openxmlformats.org/officeDocument/2006/relationships/image"/><Relationship Id="rId2" Target="../media/image13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4.png" Type="http://schemas.openxmlformats.org/officeDocument/2006/relationships/image"/><Relationship Id="rId6" Target="../media/image17.png" Type="http://schemas.openxmlformats.org/officeDocument/2006/relationships/image"/><Relationship Id="rId7" Target="../media/image59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95.png" Type="http://schemas.openxmlformats.org/officeDocument/2006/relationships/image"/><Relationship Id="rId12" Target="../media/image35.png" Type="http://schemas.openxmlformats.org/officeDocument/2006/relationships/image"/><Relationship Id="rId13" Target="../media/image96.png" Type="http://schemas.openxmlformats.org/officeDocument/2006/relationships/image"/><Relationship Id="rId14" Target="../media/image97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Relationship Id="rId6" Target="../media/image59.png" Type="http://schemas.openxmlformats.org/officeDocument/2006/relationships/image"/><Relationship Id="rId7" Target="../media/image94.pn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00.png" Type="http://schemas.openxmlformats.org/officeDocument/2006/relationships/image"/><Relationship Id="rId12" Target="../media/image101.png" Type="http://schemas.openxmlformats.org/officeDocument/2006/relationships/image"/><Relationship Id="rId13" Target="../media/image102.png" Type="http://schemas.openxmlformats.org/officeDocument/2006/relationships/image"/><Relationship Id="rId14" Target="../media/image103.png" Type="http://schemas.openxmlformats.org/officeDocument/2006/relationships/image"/><Relationship Id="rId15" Target="../media/image104.png" Type="http://schemas.openxmlformats.org/officeDocument/2006/relationships/image"/><Relationship Id="rId16" Target="../media/image105.png" Type="http://schemas.openxmlformats.org/officeDocument/2006/relationships/image"/><Relationship Id="rId17" Target="../media/image106.png" Type="http://schemas.openxmlformats.org/officeDocument/2006/relationships/image"/><Relationship Id="rId18" Target="../media/image107.png" Type="http://schemas.openxmlformats.org/officeDocument/2006/relationships/image"/><Relationship Id="rId19" Target="../media/image108.png" Type="http://schemas.openxmlformats.org/officeDocument/2006/relationships/image"/><Relationship Id="rId2" Target="../media/image2.png" Type="http://schemas.openxmlformats.org/officeDocument/2006/relationships/image"/><Relationship Id="rId20" Target="../media/image80.png" Type="http://schemas.openxmlformats.org/officeDocument/2006/relationships/image"/><Relationship Id="rId21" Target="../media/image109.png" Type="http://schemas.openxmlformats.org/officeDocument/2006/relationships/image"/><Relationship Id="rId3" Target="../media/image12.png" Type="http://schemas.openxmlformats.org/officeDocument/2006/relationships/image"/><Relationship Id="rId4" Target="../media/image81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03.png" Type="http://schemas.openxmlformats.org/officeDocument/2006/relationships/image"/><Relationship Id="rId14" Target="../media/image114.png" Type="http://schemas.openxmlformats.org/officeDocument/2006/relationships/image"/><Relationship Id="rId15" Target="../media/image115.png" Type="http://schemas.openxmlformats.org/officeDocument/2006/relationships/image"/><Relationship Id="rId16" Target="../media/image116.png" Type="http://schemas.openxmlformats.org/officeDocument/2006/relationships/image"/><Relationship Id="rId17" Target="../media/image117.png" Type="http://schemas.openxmlformats.org/officeDocument/2006/relationships/image"/><Relationship Id="rId18" Target="../media/image109.png" Type="http://schemas.openxmlformats.org/officeDocument/2006/relationships/image"/><Relationship Id="rId19" Target="../media/image118.png" Type="http://schemas.openxmlformats.org/officeDocument/2006/relationships/image"/><Relationship Id="rId2" Target="../media/image2.png" Type="http://schemas.openxmlformats.org/officeDocument/2006/relationships/image"/><Relationship Id="rId20" Target="../media/image119.png" Type="http://schemas.openxmlformats.org/officeDocument/2006/relationships/image"/><Relationship Id="rId21" Target="../media/image120.png" Type="http://schemas.openxmlformats.org/officeDocument/2006/relationships/image"/><Relationship Id="rId22" Target="../media/image121.png" Type="http://schemas.openxmlformats.org/officeDocument/2006/relationships/image"/><Relationship Id="rId3" Target="../media/image12.png" Type="http://schemas.openxmlformats.org/officeDocument/2006/relationships/image"/><Relationship Id="rId4" Target="../media/image81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10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126.png" Type="http://schemas.openxmlformats.org/officeDocument/2006/relationships/image"/><Relationship Id="rId13" Target="../media/image127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83.png" Type="http://schemas.openxmlformats.org/officeDocument/2006/relationships/image"/><Relationship Id="rId8" Target="../media/image17.pn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131.png" Type="http://schemas.openxmlformats.org/officeDocument/2006/relationships/image"/><Relationship Id="rId13" Target="../media/image132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png" Type="http://schemas.openxmlformats.org/officeDocument/2006/relationships/image"/><Relationship Id="rId11" Target="../media/image137.png" Type="http://schemas.openxmlformats.org/officeDocument/2006/relationships/image"/><Relationship Id="rId12" Target="../media/image132.png" Type="http://schemas.openxmlformats.org/officeDocument/2006/relationships/image"/><Relationship Id="rId13" Target="../media/image13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33.png" Type="http://schemas.openxmlformats.org/officeDocument/2006/relationships/image"/><Relationship Id="rId7" Target="../media/image17.png" Type="http://schemas.openxmlformats.org/officeDocument/2006/relationships/image"/><Relationship Id="rId8" Target="../media/image134.png" Type="http://schemas.openxmlformats.org/officeDocument/2006/relationships/image"/><Relationship Id="rId9" Target="../media/image1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42.png" Type="http://schemas.openxmlformats.org/officeDocument/2006/relationships/image"/><Relationship Id="rId12" Target="../media/image143.png" Type="http://schemas.openxmlformats.org/officeDocument/2006/relationships/image"/><Relationship Id="rId13" Target="../media/image144.png" Type="http://schemas.openxmlformats.org/officeDocument/2006/relationships/image"/><Relationship Id="rId14" Target="../media/image145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39.png" Type="http://schemas.openxmlformats.org/officeDocument/2006/relationships/image"/><Relationship Id="rId7" Target="../media/image111.png" Type="http://schemas.openxmlformats.org/officeDocument/2006/relationships/image"/><Relationship Id="rId8" Target="../media/image17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2.png" Type="http://schemas.openxmlformats.org/officeDocument/2006/relationships/image"/><Relationship Id="rId12" Target="../media/image148.png" Type="http://schemas.openxmlformats.org/officeDocument/2006/relationships/image"/><Relationship Id="rId13" Target="../media/image149.png" Type="http://schemas.openxmlformats.org/officeDocument/2006/relationships/image"/><Relationship Id="rId14" Target="../media/image150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11.png" Type="http://schemas.openxmlformats.org/officeDocument/2006/relationships/image"/><Relationship Id="rId8" Target="../media/image17.pn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54.png" Type="http://schemas.openxmlformats.org/officeDocument/2006/relationships/image"/><Relationship Id="rId12" Target="../media/image155.png" Type="http://schemas.openxmlformats.org/officeDocument/2006/relationships/image"/><Relationship Id="rId13" Target="../media/image156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1.png" Type="http://schemas.openxmlformats.org/officeDocument/2006/relationships/image"/><Relationship Id="rId7" Target="../media/image152.png" Type="http://schemas.openxmlformats.org/officeDocument/2006/relationships/image"/><Relationship Id="rId8" Target="../media/image17.png" Type="http://schemas.openxmlformats.org/officeDocument/2006/relationships/image"/><Relationship Id="rId9" Target="../media/image1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0.png" Type="http://schemas.openxmlformats.org/officeDocument/2006/relationships/image"/><Relationship Id="rId11" Target="../media/image161.png" Type="http://schemas.openxmlformats.org/officeDocument/2006/relationships/image"/><Relationship Id="rId12" Target="../media/image162.png" Type="http://schemas.openxmlformats.org/officeDocument/2006/relationships/image"/><Relationship Id="rId13" Target="../media/image163.png" Type="http://schemas.openxmlformats.org/officeDocument/2006/relationships/image"/><Relationship Id="rId14" Target="../media/image164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7.png" Type="http://schemas.openxmlformats.org/officeDocument/2006/relationships/image"/><Relationship Id="rId7" Target="../media/image158.png" Type="http://schemas.openxmlformats.org/officeDocument/2006/relationships/image"/><Relationship Id="rId8" Target="../media/image17.png" Type="http://schemas.openxmlformats.org/officeDocument/2006/relationships/image"/><Relationship Id="rId9" Target="../media/image15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6.png" Type="http://schemas.openxmlformats.org/officeDocument/2006/relationships/image"/><Relationship Id="rId11" Target="../media/image161.png" Type="http://schemas.openxmlformats.org/officeDocument/2006/relationships/image"/><Relationship Id="rId12" Target="../media/image167.png" Type="http://schemas.openxmlformats.org/officeDocument/2006/relationships/image"/><Relationship Id="rId13" Target="../media/image168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111.png" Type="http://schemas.openxmlformats.org/officeDocument/2006/relationships/image"/><Relationship Id="rId8" Target="../media/image17.png" Type="http://schemas.openxmlformats.org/officeDocument/2006/relationships/image"/><Relationship Id="rId9" Target="../media/image16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0.png" Type="http://schemas.openxmlformats.org/officeDocument/2006/relationships/image"/><Relationship Id="rId11" Target="../media/image161.png" Type="http://schemas.openxmlformats.org/officeDocument/2006/relationships/image"/><Relationship Id="rId12" Target="../media/image171.png" Type="http://schemas.openxmlformats.org/officeDocument/2006/relationships/image"/><Relationship Id="rId13" Target="../media/image172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39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16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png" Type="http://schemas.openxmlformats.org/officeDocument/2006/relationships/image"/><Relationship Id="rId12" Target="../media/image177.png" Type="http://schemas.openxmlformats.org/officeDocument/2006/relationships/image"/><Relationship Id="rId13" Target="../media/image17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29.png" Type="http://schemas.openxmlformats.org/officeDocument/2006/relationships/image"/><Relationship Id="rId7" Target="../media/image17.png" Type="http://schemas.openxmlformats.org/officeDocument/2006/relationships/image"/><Relationship Id="rId8" Target="../media/image173.png" Type="http://schemas.openxmlformats.org/officeDocument/2006/relationships/image"/><Relationship Id="rId9" Target="../media/image17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0.png" Type="http://schemas.openxmlformats.org/officeDocument/2006/relationships/image"/><Relationship Id="rId11" Target="../media/image181.png" Type="http://schemas.openxmlformats.org/officeDocument/2006/relationships/image"/><Relationship Id="rId12" Target="../media/image81.png" Type="http://schemas.openxmlformats.org/officeDocument/2006/relationships/image"/><Relationship Id="rId13" Target="../media/image182.png" Type="http://schemas.openxmlformats.org/officeDocument/2006/relationships/image"/><Relationship Id="rId14" Target="../media/image99.png" Type="http://schemas.openxmlformats.org/officeDocument/2006/relationships/image"/><Relationship Id="rId15" Target="../media/image183.png" Type="http://schemas.openxmlformats.org/officeDocument/2006/relationships/image"/><Relationship Id="rId16" Target="../media/image184.png" Type="http://schemas.openxmlformats.org/officeDocument/2006/relationships/image"/><Relationship Id="rId17" Target="../media/image185.png" Type="http://schemas.openxmlformats.org/officeDocument/2006/relationships/image"/><Relationship Id="rId18" Target="../media/image145.png" Type="http://schemas.openxmlformats.org/officeDocument/2006/relationships/image"/><Relationship Id="rId19" Target="../media/image186.png" Type="http://schemas.openxmlformats.org/officeDocument/2006/relationships/image"/><Relationship Id="rId2" Target="../media/image2.png" Type="http://schemas.openxmlformats.org/officeDocument/2006/relationships/image"/><Relationship Id="rId20" Target="../media/image187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11.png" Type="http://schemas.openxmlformats.org/officeDocument/2006/relationships/image"/><Relationship Id="rId7" Target="../media/image17.png" Type="http://schemas.openxmlformats.org/officeDocument/2006/relationships/image"/><Relationship Id="rId8" Target="../media/image179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0.png" Type="http://schemas.openxmlformats.org/officeDocument/2006/relationships/image"/><Relationship Id="rId11" Target="../media/image189.png" Type="http://schemas.openxmlformats.org/officeDocument/2006/relationships/image"/><Relationship Id="rId12" Target="../media/image185.png" Type="http://schemas.openxmlformats.org/officeDocument/2006/relationships/image"/><Relationship Id="rId13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11.png" Type="http://schemas.openxmlformats.org/officeDocument/2006/relationships/image"/><Relationship Id="rId7" Target="../media/image17.png" Type="http://schemas.openxmlformats.org/officeDocument/2006/relationships/image"/><Relationship Id="rId8" Target="../media/image188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3.png" Type="http://schemas.openxmlformats.org/officeDocument/2006/relationships/image"/><Relationship Id="rId11" Target="../media/image17.png" Type="http://schemas.openxmlformats.org/officeDocument/2006/relationships/image"/><Relationship Id="rId12" Target="../media/image194.png" Type="http://schemas.openxmlformats.org/officeDocument/2006/relationships/image"/><Relationship Id="rId13" Target="../media/image195.png" Type="http://schemas.openxmlformats.org/officeDocument/2006/relationships/image"/><Relationship Id="rId14" Target="../media/image196.png" Type="http://schemas.openxmlformats.org/officeDocument/2006/relationships/image"/><Relationship Id="rId15" Target="../media/image35.png" Type="http://schemas.openxmlformats.org/officeDocument/2006/relationships/image"/><Relationship Id="rId16" Target="../media/image180.png" Type="http://schemas.openxmlformats.org/officeDocument/2006/relationships/image"/><Relationship Id="rId17" Target="../media/image197.png" Type="http://schemas.openxmlformats.org/officeDocument/2006/relationships/image"/><Relationship Id="rId18" Target="../media/image128.png" Type="http://schemas.openxmlformats.org/officeDocument/2006/relationships/image"/><Relationship Id="rId19" Target="../media/image198.png" Type="http://schemas.openxmlformats.org/officeDocument/2006/relationships/image"/><Relationship Id="rId2" Target="../media/image190.png" Type="http://schemas.openxmlformats.org/officeDocument/2006/relationships/image"/><Relationship Id="rId20" Target="../media/image199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81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91.png" Type="http://schemas.openxmlformats.org/officeDocument/2006/relationships/image"/><Relationship Id="rId9" Target="../media/image19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180.png" Type="http://schemas.openxmlformats.org/officeDocument/2006/relationships/image"/><Relationship Id="rId12" Target="../media/image202.png" Type="http://schemas.openxmlformats.org/officeDocument/2006/relationships/image"/><Relationship Id="rId13" Target="../media/image203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00.png" Type="http://schemas.openxmlformats.org/officeDocument/2006/relationships/image"/><Relationship Id="rId7" Target="../media/image111.png" Type="http://schemas.openxmlformats.org/officeDocument/2006/relationships/image"/><Relationship Id="rId8" Target="../media/image17.png" Type="http://schemas.openxmlformats.org/officeDocument/2006/relationships/image"/><Relationship Id="rId9" Target="../media/image20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180.png" Type="http://schemas.openxmlformats.org/officeDocument/2006/relationships/image"/><Relationship Id="rId12" Target="../media/image205.png" Type="http://schemas.openxmlformats.org/officeDocument/2006/relationships/image"/><Relationship Id="rId13" Target="../media/image206.png" Type="http://schemas.openxmlformats.org/officeDocument/2006/relationships/image"/><Relationship Id="rId14" Target="../media/image207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11.png" Type="http://schemas.openxmlformats.org/officeDocument/2006/relationships/image"/><Relationship Id="rId8" Target="../media/image17.png" Type="http://schemas.openxmlformats.org/officeDocument/2006/relationships/image"/><Relationship Id="rId9" Target="../media/image20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9.png" Type="http://schemas.openxmlformats.org/officeDocument/2006/relationships/image"/><Relationship Id="rId11" Target="../media/image180.png" Type="http://schemas.openxmlformats.org/officeDocument/2006/relationships/image"/><Relationship Id="rId12" Target="../media/image210.png" Type="http://schemas.openxmlformats.org/officeDocument/2006/relationships/image"/><Relationship Id="rId13" Target="../media/image211.png" Type="http://schemas.openxmlformats.org/officeDocument/2006/relationships/image"/><Relationship Id="rId14" Target="../media/image150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20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180.png" Type="http://schemas.openxmlformats.org/officeDocument/2006/relationships/image"/><Relationship Id="rId12" Target="../media/image213.png" Type="http://schemas.openxmlformats.org/officeDocument/2006/relationships/image"/><Relationship Id="rId13" Target="../media/image214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21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7.png" Type="http://schemas.openxmlformats.org/officeDocument/2006/relationships/image"/><Relationship Id="rId11" Target="../media/image180.png" Type="http://schemas.openxmlformats.org/officeDocument/2006/relationships/image"/><Relationship Id="rId12" Target="../media/image218.png" Type="http://schemas.openxmlformats.org/officeDocument/2006/relationships/image"/><Relationship Id="rId13" Target="../media/image219.png" Type="http://schemas.openxmlformats.org/officeDocument/2006/relationships/image"/><Relationship Id="rId14" Target="../media/image128.png" Type="http://schemas.openxmlformats.org/officeDocument/2006/relationships/image"/><Relationship Id="rId2" Target="../media/image2.png" Type="http://schemas.openxmlformats.org/officeDocument/2006/relationships/image"/><Relationship Id="rId3" Target="../media/image215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21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1.png" Type="http://schemas.openxmlformats.org/officeDocument/2006/relationships/image"/><Relationship Id="rId11" Target="../media/image180.png" Type="http://schemas.openxmlformats.org/officeDocument/2006/relationships/image"/><Relationship Id="rId12" Target="../media/image222.png" Type="http://schemas.openxmlformats.org/officeDocument/2006/relationships/image"/><Relationship Id="rId13" Target="../media/image223.png" Type="http://schemas.openxmlformats.org/officeDocument/2006/relationships/image"/><Relationship Id="rId14" Target="../media/image224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22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6.png" Type="http://schemas.openxmlformats.org/officeDocument/2006/relationships/image"/><Relationship Id="rId11" Target="../media/image180.png" Type="http://schemas.openxmlformats.org/officeDocument/2006/relationships/image"/><Relationship Id="rId12" Target="../media/image227.png" Type="http://schemas.openxmlformats.org/officeDocument/2006/relationships/image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8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29.png" Type="http://schemas.openxmlformats.org/officeDocument/2006/relationships/image"/><Relationship Id="rId8" Target="../media/image17.png" Type="http://schemas.openxmlformats.org/officeDocument/2006/relationships/image"/><Relationship Id="rId9" Target="../media/image2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341100" y="7594600"/>
            <a:ext cx="122809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183368">
            <a:off x="14795500" y="5549900"/>
            <a:ext cx="1511300" cy="1257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861693">
            <a:off x="9448800" y="8547100"/>
            <a:ext cx="952500" cy="128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60000">
            <a:off x="16192500" y="2133600"/>
            <a:ext cx="18542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1300194">
            <a:off x="19735800" y="4445000"/>
            <a:ext cx="12573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1900" y="10629900"/>
            <a:ext cx="27178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8572500"/>
            <a:ext cx="5638800" cy="62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4787900"/>
            <a:ext cx="11811000" cy="2349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1900" y="3098800"/>
            <a:ext cx="58166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580100" y="889000"/>
            <a:ext cx="50546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75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740400"/>
            <a:ext cx="4902200" cy="152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07300" y="5575300"/>
            <a:ext cx="22098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90800" y="3340100"/>
            <a:ext cx="12242800" cy="8737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94000" y="3302000"/>
            <a:ext cx="800100" cy="800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4902200" y="2082800"/>
            <a:ext cx="147320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360900" y="46990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567900" y="4305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81500" y="4483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805400" y="5930900"/>
            <a:ext cx="5156200" cy="160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68900" y="52197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07300" y="5575300"/>
            <a:ext cx="22098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90800" y="3263900"/>
            <a:ext cx="12242800" cy="8737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90800" y="8851900"/>
            <a:ext cx="800100" cy="800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4114800" y="7937500"/>
            <a:ext cx="1168400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07300" y="5575300"/>
            <a:ext cx="22098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78100" y="3365500"/>
            <a:ext cx="12242800" cy="873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264900" y="8382000"/>
            <a:ext cx="8001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46600" y="4470400"/>
            <a:ext cx="5816600" cy="328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52715">
            <a:off x="22453600" y="4216400"/>
            <a:ext cx="1231900" cy="78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79900" y="4064000"/>
            <a:ext cx="558800" cy="72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843500" y="5867400"/>
            <a:ext cx="4635500" cy="160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767300" y="4978400"/>
            <a:ext cx="28067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12052300" y="8229600"/>
            <a:ext cx="1168400" cy="195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19000" y="5689600"/>
            <a:ext cx="11277600" cy="628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5384800"/>
            <a:ext cx="9829800" cy="7696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" y="5283200"/>
            <a:ext cx="243586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035800" y="7874000"/>
            <a:ext cx="103378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0" y="2717800"/>
            <a:ext cx="24384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0330675">
            <a:off x="22453600" y="2159000"/>
            <a:ext cx="901700" cy="160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036300" y="12788900"/>
            <a:ext cx="1765300" cy="52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486400" y="1155700"/>
            <a:ext cx="13411200" cy="105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4178300"/>
            <a:ext cx="8280400" cy="914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" y="3429000"/>
            <a:ext cx="6705600" cy="76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426200" y="1422400"/>
            <a:ext cx="115316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44500" y="2921000"/>
            <a:ext cx="5588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509500" y="3060700"/>
            <a:ext cx="5842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398500" y="4343400"/>
            <a:ext cx="8280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398500" y="3429000"/>
            <a:ext cx="6705600" cy="76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14782800" y="7150100"/>
            <a:ext cx="2971800" cy="2552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503400" y="6604000"/>
            <a:ext cx="965200" cy="965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16200000">
            <a:off x="2832100" y="9296400"/>
            <a:ext cx="1168400" cy="4140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43000" y="10515600"/>
            <a:ext cx="7874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46600" y="44958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53600" y="41275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79900" y="42799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767300" y="5854700"/>
            <a:ext cx="48768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67300" y="50038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07300" y="5575300"/>
            <a:ext cx="22098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90800" y="3302000"/>
            <a:ext cx="12242800" cy="8737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0502900" y="9588500"/>
            <a:ext cx="876300" cy="181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13900" y="9626600"/>
            <a:ext cx="850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3263900"/>
            <a:ext cx="12242800" cy="873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4724400"/>
            <a:ext cx="5816600" cy="328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479000" y="43561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992600" y="45085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0" y="60706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780000" y="52324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147300" y="10198100"/>
            <a:ext cx="1714500" cy="876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817100" y="99949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16200" y="3340100"/>
            <a:ext cx="12204700" cy="858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310100" y="4902200"/>
            <a:ext cx="5816600" cy="328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517100" y="45339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043400" y="45339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830800" y="63627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830800" y="54102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845800" y="9931400"/>
            <a:ext cx="876300" cy="181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020300" y="10033000"/>
            <a:ext cx="7366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3251200"/>
            <a:ext cx="12242800" cy="876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386300" y="4813300"/>
            <a:ext cx="5816600" cy="328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580600" y="44450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06900" y="43942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894300" y="61595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894300" y="53213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1353800" y="10337800"/>
            <a:ext cx="876300" cy="181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528300" y="10439400"/>
            <a:ext cx="7239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3162300"/>
            <a:ext cx="12242800" cy="895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449800" y="4953000"/>
            <a:ext cx="5816600" cy="328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656800" y="45847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70400" y="45212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957800" y="63119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57800" y="54610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833100" y="9410700"/>
            <a:ext cx="876300" cy="148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401300" y="9410700"/>
            <a:ext cx="5842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73300" y="3263900"/>
            <a:ext cx="13474700" cy="873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80200" y="5029200"/>
            <a:ext cx="635000" cy="63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424400" y="8394700"/>
            <a:ext cx="5816600" cy="2806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132300" y="8191500"/>
            <a:ext cx="584200" cy="72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145000" y="4102100"/>
            <a:ext cx="558800" cy="72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32400" y="9575800"/>
            <a:ext cx="4724400" cy="142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32400" y="8915400"/>
            <a:ext cx="32385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932400" y="5664200"/>
            <a:ext cx="4724400" cy="1422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6200000">
            <a:off x="8750300" y="3200400"/>
            <a:ext cx="1104900" cy="5232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10591800" y="9258300"/>
            <a:ext cx="647700" cy="1460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893300" y="9486900"/>
            <a:ext cx="58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221200" y="5346700"/>
            <a:ext cx="5816600" cy="328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05100" y="3797300"/>
            <a:ext cx="12242800" cy="782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428200" y="49530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954500" y="49149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41900" y="67437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741900" y="56388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515600" y="9385300"/>
            <a:ext cx="635000" cy="146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791700" y="9486900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14600" y="3314700"/>
            <a:ext cx="12395200" cy="863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4991100"/>
            <a:ext cx="5816600" cy="328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52715">
            <a:off x="22479000" y="4597400"/>
            <a:ext cx="1231900" cy="78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992600" y="45593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0" y="6438900"/>
            <a:ext cx="48768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780000" y="5283200"/>
            <a:ext cx="28067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1722100" y="9690100"/>
            <a:ext cx="660400" cy="140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50600" y="9753600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49800" y="9969500"/>
            <a:ext cx="5816600" cy="280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449800" y="5880100"/>
            <a:ext cx="5816600" cy="328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52715">
            <a:off x="21640800" y="9639300"/>
            <a:ext cx="1231900" cy="78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45000" y="9753600"/>
            <a:ext cx="584200" cy="72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70400" y="5664200"/>
            <a:ext cx="558800" cy="72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957800" y="11328400"/>
            <a:ext cx="47244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57800" y="10490200"/>
            <a:ext cx="32385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894300" y="6451600"/>
            <a:ext cx="4838700" cy="181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57800" y="6400800"/>
            <a:ext cx="28067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526000" y="2565400"/>
            <a:ext cx="5575300" cy="2959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314700" y="3606800"/>
            <a:ext cx="10795000" cy="7848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6200000">
            <a:off x="10629900" y="5486400"/>
            <a:ext cx="774700" cy="648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20116800" y="1574800"/>
            <a:ext cx="1104900" cy="5232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059400" y="3403600"/>
            <a:ext cx="635000" cy="63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772400" y="8013700"/>
            <a:ext cx="660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8394700"/>
            <a:ext cx="5816600" cy="280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52715">
            <a:off x="21628100" y="8064500"/>
            <a:ext cx="1231900" cy="78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32300" y="8191500"/>
            <a:ext cx="584200" cy="72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45000" y="4102100"/>
            <a:ext cx="558800" cy="72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16500" y="8915400"/>
            <a:ext cx="53086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32400" y="5664200"/>
            <a:ext cx="47244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59000" y="4648200"/>
            <a:ext cx="3479800" cy="665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842000" y="7264400"/>
            <a:ext cx="1409700" cy="673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861300" y="5270500"/>
            <a:ext cx="8115300" cy="5054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188200" y="4648200"/>
            <a:ext cx="660400" cy="660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8648700" y="2959100"/>
            <a:ext cx="6413500" cy="9575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16200000">
            <a:off x="3454400" y="3556000"/>
            <a:ext cx="889000" cy="4229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78000" y="4953000"/>
            <a:ext cx="495300" cy="647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716500" y="9626600"/>
            <a:ext cx="47244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33900" y="43434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40900" y="41021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54500" y="40132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741900" y="59944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41900" y="48641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68600" y="3810000"/>
            <a:ext cx="11887200" cy="764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7353300" y="7251700"/>
            <a:ext cx="889000" cy="692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330700" y="100203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7076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75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9563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79600" y="3822700"/>
            <a:ext cx="13665200" cy="762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718300" y="2984500"/>
            <a:ext cx="520700" cy="7213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492500" y="58674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3949700"/>
            <a:ext cx="558800" cy="72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32400" y="5905500"/>
            <a:ext cx="51054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17700" y="3784600"/>
            <a:ext cx="13601700" cy="762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6527800" y="2298700"/>
            <a:ext cx="520700" cy="7213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048000" y="52578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536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497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39116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00200" y="3530600"/>
            <a:ext cx="14236700" cy="821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445000" y="1092200"/>
            <a:ext cx="2019300" cy="8610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0000" y="41783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84700" y="45974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288500" y="4203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18000" y="42418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805400" y="5956300"/>
            <a:ext cx="4978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05400" y="51181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00200" y="3657600"/>
            <a:ext cx="14236700" cy="795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3505200" y="2489200"/>
            <a:ext cx="5524500" cy="10795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3000" y="51054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75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11400" y="4229100"/>
            <a:ext cx="12814300" cy="659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3746500" y="4978400"/>
            <a:ext cx="3022600" cy="5892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311400" y="64262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75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225800" y="3327400"/>
            <a:ext cx="10541000" cy="862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172700" y="8826500"/>
            <a:ext cx="1168400" cy="228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448800" y="92075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370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4450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52800" y="3327400"/>
            <a:ext cx="10160000" cy="862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7315200" y="8432800"/>
            <a:ext cx="1219200" cy="224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642100" y="87757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878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881600" y="5753100"/>
            <a:ext cx="42799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17900" y="2997200"/>
            <a:ext cx="10947400" cy="928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7277100" y="6172200"/>
            <a:ext cx="1054100" cy="9271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175000" y="99695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3987800"/>
            <a:ext cx="558800" cy="72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32400" y="5486400"/>
            <a:ext cx="51054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14500" y="3632200"/>
            <a:ext cx="14008100" cy="8001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3898900" y="1333500"/>
            <a:ext cx="4673600" cy="1018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3200" y="43688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3860800"/>
            <a:ext cx="558800" cy="72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32400" y="5575300"/>
            <a:ext cx="4724400" cy="133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24100" y="3213100"/>
            <a:ext cx="11899900" cy="899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449800" y="8699500"/>
            <a:ext cx="5816600" cy="2806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52715">
            <a:off x="22631400" y="3835400"/>
            <a:ext cx="1231900" cy="78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45000" y="8331200"/>
            <a:ext cx="5842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57800" y="10058400"/>
            <a:ext cx="47244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957800" y="9220200"/>
            <a:ext cx="32385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2755900" y="5257800"/>
            <a:ext cx="1206500" cy="175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59000" y="5397500"/>
            <a:ext cx="647700" cy="647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12560300" y="5143500"/>
            <a:ext cx="1092200" cy="1587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052300" y="5118100"/>
            <a:ext cx="698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3886200"/>
            <a:ext cx="558800" cy="72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32400" y="5664200"/>
            <a:ext cx="47244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24200" y="3683000"/>
            <a:ext cx="11176000" cy="791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6896100" y="5676900"/>
            <a:ext cx="1206500" cy="175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426200" y="56642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13000" y="3136900"/>
            <a:ext cx="12306300" cy="929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424400" y="8394700"/>
            <a:ext cx="5816600" cy="280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52715">
            <a:off x="21628100" y="8064500"/>
            <a:ext cx="1231900" cy="787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32300" y="8089900"/>
            <a:ext cx="584200" cy="72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0" y="3937000"/>
            <a:ext cx="5588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32400" y="9753600"/>
            <a:ext cx="47244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32400" y="8915400"/>
            <a:ext cx="32385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32400" y="5664200"/>
            <a:ext cx="47244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9042400" y="3276600"/>
            <a:ext cx="2768600" cy="811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362700" y="5956300"/>
            <a:ext cx="647700" cy="647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12026900" y="10845800"/>
            <a:ext cx="952500" cy="2222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049000" y="11150600"/>
            <a:ext cx="6858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497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89400" y="3632200"/>
            <a:ext cx="8597900" cy="7289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858500" y="9588500"/>
            <a:ext cx="850900" cy="182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045700" y="98552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314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497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24100" y="3238500"/>
            <a:ext cx="12788900" cy="8801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0604500" y="8216900"/>
            <a:ext cx="1206500" cy="195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906000" y="82677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536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243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11400" y="3492500"/>
            <a:ext cx="13182600" cy="854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2636500" y="10439400"/>
            <a:ext cx="850900" cy="2349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96700" y="108712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38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91700" y="39243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39497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7531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74900" y="3492500"/>
            <a:ext cx="12788900" cy="828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3868400" y="10160000"/>
            <a:ext cx="838200" cy="2311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979400" y="105410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3139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4102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664200"/>
            <a:ext cx="4724400" cy="189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32385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24100" y="2895600"/>
            <a:ext cx="12192000" cy="925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2438400" y="292100"/>
            <a:ext cx="12471400" cy="1473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76400" y="25781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4305300"/>
            <a:ext cx="5816600" cy="328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453600" y="3949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41021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59055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4826000"/>
            <a:ext cx="2806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57400" y="4025900"/>
            <a:ext cx="13309600" cy="7962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8242300" y="5854700"/>
            <a:ext cx="1968500" cy="3340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391400" y="6400800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068300"/>
            <a:ext cx="243840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09600"/>
            <a:ext cx="243840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520700"/>
            <a:ext cx="2857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24400" y="5359400"/>
            <a:ext cx="5816600" cy="280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717800"/>
            <a:ext cx="15138400" cy="984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52715">
            <a:off x="22618700" y="4965700"/>
            <a:ext cx="1231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0" y="5003800"/>
            <a:ext cx="5588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21200" y="1155700"/>
            <a:ext cx="15341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32400" y="6565900"/>
            <a:ext cx="472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32400" y="5867400"/>
            <a:ext cx="32385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38800" y="1422400"/>
            <a:ext cx="13106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84400" y="3619500"/>
            <a:ext cx="11874500" cy="862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